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4A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0F2A4A"/>
                </a:solidFill>
                <a:latin typeface="Georgia"/>
              </a:rPr>
              <a:t>Default coverage targets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coverage targets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Unit</c:v>
                  </c:pt>
                  <c:pt idx="1">
                    <c:v>Component</c:v>
                  </c:pt>
                  <c:pt idx="2">
                    <c:v>Integration</c:v>
                  </c:pt>
                  <c:pt idx="3">
                    <c:v>E2E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i="1" spc="-2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Development Methodology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six-phase process for shipping complex software with high confidence —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Claude Code plugin for AI-assisted parallel execution.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3657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74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• Specify • Audit • Decompose • Build • Verify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1.3.0  •  Scripps MCP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6217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darryl.porter@scripps.com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rework dwarfs the cost of planning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production failures aren't bugs — they're misaligned requirements.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120640" cy="402336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945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to fix a misaligned requirement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it's already shipped as code, vs. catching it at the requirements stage. EDM front-loads the catching.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0116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2011680"/>
            <a:ext cx="109728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tickets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Sonnet-written ACs are 'should work' instead of 'returns 200 with JWT containing sub, org_id, exp.'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3832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3383280"/>
            <a:ext cx="109728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74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exhaustion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72200" y="3886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monolithic implementation pass runs out of context, drops half the work.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7548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4754880"/>
            <a:ext cx="109728" cy="11887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846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drift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7220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implemented against a stale SRD ship features the team no longer wants.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EDM?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six-phase process, three human gates, one source of truth — your repo.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1097280" cy="10972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Phase-gated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three HITL gates. Each gate is your sign-off. No auto-approval.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1688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2194560"/>
            <a:ext cx="1097280" cy="10972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2212848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36008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by default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36008" y="4114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run as parallel agents. Implementation runs as parallel waves, each in its own git worktree.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66176" y="201168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2194560"/>
            <a:ext cx="1097280" cy="10972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0" name="Text 18"/>
          <p:cNvSpPr/>
          <p:nvPr/>
        </p:nvSpPr>
        <p:spPr>
          <a:xfrm>
            <a:off x="8540496" y="2212848"/>
            <a:ext cx="1097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540496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Source-controlled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40496" y="4114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— planning, SRD, tickets, audits, code-audit, state — committed to SRD/{PREFIX}/.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Six-Phase Process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writing efforts, three audits, three human gates, one parallel build.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94560"/>
            <a:ext cx="169164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04872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2194560"/>
            <a:ext cx="169164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404872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404872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96512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52544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52544" y="2194560"/>
            <a:ext cx="169164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352544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352544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SRD Audit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44184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0216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0216" y="2194560"/>
            <a:ext cx="169164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00216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91856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47888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47888" y="2194560"/>
            <a:ext cx="169164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247888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247888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Audit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939528" y="2926080"/>
            <a:ext cx="256032" cy="0"/>
          </a:xfrm>
          <a:prstGeom prst="line">
            <a:avLst/>
          </a:prstGeom>
          <a:noFill/>
          <a:ln w="25400">
            <a:solidFill>
              <a:srgbClr val="1B3A6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195560" y="2194560"/>
            <a:ext cx="1691640" cy="14630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195560" y="2194560"/>
            <a:ext cx="1691640" cy="1645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10195560" y="2468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0195560" y="30632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QC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773936" y="406908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1773936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76856" y="3657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669280" y="406908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3657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564624" y="406908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9564624" y="4069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67544" y="365760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5029200"/>
            <a:ext cx="109728" cy="1280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1206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pattern: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writing pass is followed by an independent audit pass; every audit is followed by a HITL gate.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runs as parallel waves of 6–10 agents, each in its own git worktree, with QC fired automatically after every agent.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gates, three sign-offs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plugin refuses to advance until you say so.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1645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0" y="2194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Phase 1 (Planning)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components affected, constraints, go/no-go.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29000"/>
            <a:ext cx="1645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290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7744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Phase 3 (SRD Audit)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77440" y="4069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Remediated SRD: requirements, architecture, audit P0/P1 resolved.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11247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846320"/>
            <a:ext cx="164592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46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377440" y="5029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Phase 5 (Ticket Audit)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377440" y="5486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Implementation-ready ticket pack with full SRD coverage.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263640"/>
            <a:ext cx="11247120" cy="0"/>
          </a:xfrm>
          <a:prstGeom prst="rect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Planning &amp; Discovery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/edm:plan &lt;PREFIX&gt; &lt;description&gt;  →  SRD/{PREFIX}/planning.md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explorer agent does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7063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CLAUDE.md, README, and architecture docs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component the change will touch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5935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constraints — licensing, regulatory, platform, expertise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5371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80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initiative size (Small / Medium / Large)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Go / No-Go / Conditional decision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5486400" cy="420624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194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Gate 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presents: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2735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(1–2 sentences)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37307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affected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1879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46451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initiative size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5102352"/>
            <a:ext cx="1645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recommendation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5486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approve this scope and want to proceed to SRD creation?"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SRD Creation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/edm:srd &lt;PREFIX&gt;  →  SRD/{PREFIX}/srd.md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031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writers running in parallel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edm-srd-writer covers the prose. edm-architect writes Section 5 (Target Architecture) with Mermaid diagrams. Both write to the same file in parallel.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standards (mandatory)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23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IDs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{PREFIX}-NN, sequential and stable.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1688" y="4023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4023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544568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4568" y="4480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acceptance criteria. No 'user-friendly'.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66176" y="4023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4023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8449056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49056" y="4480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+ sequence in Mermaid.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66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Should / Could — never 'all Must'.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61688" y="5166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61688" y="5166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4544568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Cross-referenced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44568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paths, real APIs, pinned versions.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66176" y="516636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6176" y="5166360"/>
            <a:ext cx="91440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5257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49056" y="5623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'&lt; 200ms p95 at 1000 QPS', not 'fast'.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SRD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/edm:audit-srd &lt;PREFIX&gt;  →  SRD/{PREFIX}/audit-srd.md  +  remediated SRD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categories, audited in parallel by 2–3 read-only agents.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requirements, dead-end flows.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908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Factual mistakes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6908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APIs, version mismatches.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 errors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syntax, missing edges.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245059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2124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Competing requirements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2124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with codebase, internal contradictions.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73075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Reuse opportunities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4300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libraries to leverage.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373075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06908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quality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6908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Untestable items, missing IDs.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56616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3730752"/>
            <a:ext cx="457200" cy="45720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concerns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9516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WCAG, i18n, licensing, deployment.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4008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86000" y="5349240"/>
            <a:ext cx="502920" cy="7772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0" y="5349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9260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implementation, security, legal — fix before Phase 4.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0" y="5349240"/>
            <a:ext cx="5029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0" y="5349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1264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gap, factual error — fix before Phase 4.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0" y="5349240"/>
            <a:ext cx="5029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0" y="53492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326880" y="5440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Polish, edge case — can defer.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Ticket Pack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/edm:tickets &lt;PREFIX&gt;  →  SRD/{PREFIX}/tickets/  (README + epics)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criteria: from vague to verifiable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91440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should 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33172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with valid creds returns 200 with JWT containing sub, org_id, exp claims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11880"/>
            <a:ext cx="91440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should be acceptable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61188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61188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40233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 responds &lt; 200ms p95 under 500 concurrent connections (k6 load test)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892040"/>
            <a:ext cx="91440" cy="10972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983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892040"/>
            <a:ext cx="5394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4892040"/>
            <a:ext cx="9144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983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5303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DB is unreachable, returns 503 with {error: 'service_unavailable', retry_after: 30}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ticket: 6–12 testable AC, explicit dependencies, target component paths, out-of-scope notes. No XL tickets — decompose them.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Ticket Pack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dimensions, including drift detection against the current SRD.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— every requirement → ≥1 ticket; no orphans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01168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011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95160" y="2011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— realistic given AC; XL tickets decomposed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7180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718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4300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declared, no cycles, ordering matches phases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97180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97180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9718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9516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— Mermaid valid, every node colored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3192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43000" y="3931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quality — specific, testable, 6–12 per ticket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93192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93192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931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3931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correctness — no orphan nodes, no syntax errors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89204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92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4300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IDs in README match epic files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9360" y="4892040"/>
            <a:ext cx="5669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4892040"/>
            <a:ext cx="548640" cy="82296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4892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99516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alignment — README header matches current SRD version (P0 if not)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ticket pack header reads 'Generated From: srd.md vX.Y.Z' — mismatch with state file = P0 finding.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6 — Implementation + automatic QC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/edm:implement &lt;PREFIX&gt;  →  parallel waves, each in its own git worktree.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wave = 6–10 implementer agents in parallel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1371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· T02 · T05 · T08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worktree-isolated · parallel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3063240"/>
            <a:ext cx="246888" cy="0"/>
          </a:xfrm>
          <a:prstGeom prst="line">
            <a:avLst/>
          </a:prstGeom>
          <a:noFill/>
          <a:ln w="25400">
            <a:solidFill>
              <a:srgbClr val="0F2A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61688" y="2377440"/>
            <a:ext cx="3657600" cy="1371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44568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· T04 · T06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4568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worktree-isolated · parallel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9288" y="3063240"/>
            <a:ext cx="246888" cy="0"/>
          </a:xfrm>
          <a:prstGeom prst="line">
            <a:avLst/>
          </a:prstGeom>
          <a:noFill/>
          <a:ln w="25400">
            <a:solidFill>
              <a:srgbClr val="0F2A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66176" y="2377440"/>
            <a:ext cx="3657600" cy="13716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9056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· T09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49056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worktree-isolated · parallel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11247120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implementer agent completes → SubagentStop hook auto-spawns edm-qc-auditor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983480"/>
            <a:ext cx="36576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 satisfied — done.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61688" y="49834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61688" y="4983480"/>
            <a:ext cx="3657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361688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4568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AC unmet — remediate, re-audit.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66176" y="49834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66176" y="4983480"/>
            <a:ext cx="3657600" cy="3657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8266176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49056" y="5440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AC unmet — fix immediately.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11-Lens Code Audit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/edm:code-audit &lt;PREFIX&gt;  →  what a single auditor would miss.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Logic — correctness, stubs, TODOs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201168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Dead code — unreachable branches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66176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201168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Edge cases — concurrency, null/empty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8892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Test quality — mock abuse, weak assertions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2788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278892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544568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 Runtime hygiene — lock files, .gitignore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66176" y="278892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6176" y="278892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8449056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 Docs accuracy — comments &amp; error msgs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56616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 Consistency — timeouts, retry, errors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61688" y="356616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1688" y="356616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 Security — bash, paths, env vars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66176" y="356616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66176" y="356616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4" name="Text 32"/>
          <p:cNvSpPr/>
          <p:nvPr/>
        </p:nvSpPr>
        <p:spPr>
          <a:xfrm>
            <a:off x="8449056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  Spec compliance — SRD/ticket cross-check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4340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DRY — duplicate utilities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61688" y="434340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61688" y="4343400"/>
            <a:ext cx="9144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Text 38"/>
          <p:cNvSpPr/>
          <p:nvPr/>
        </p:nvSpPr>
        <p:spPr>
          <a:xfrm>
            <a:off x="4544568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Wiring — frontend↔API↔backend, dummy data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5486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edm-audit-synthesizer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06240" y="5486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Deduplicates findings flagged by multiple lenses, applies the False Alarm Filter, severity-ranks (P1/P2/P3/NOTED), suggests rollout order. Output: REMEDIATION.md.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testing layer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/edm:test &lt;PREFIX&gt;  →  9 writers in parallel, then a sequential coverage auditor.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92024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writers in parallel  →  1 auditor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17920" y="23682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286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edm-test-planner — stack detection, AC↔layer mapping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266090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25786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edm-test-scaffold — install missing infra (asks first)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29535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87121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edm-test-unit — pure-function tests, mocked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2461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1638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edm-test-component — UI components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17920" y="353872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4564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edm-test-composable — React hooks / Vue composables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383133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3749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edm-test-integration — multi-module, real DB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17920" y="412394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0" y="40416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edm-test-contract — OpenAPI / GraphQL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17920" y="44165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43342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edm-test-e2e — Playwright / Cypress journeys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217920" y="4709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0" y="462686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edm-test-a11y — axe-core + keyboard, WCAG 2.1 AA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217920" y="5074920"/>
            <a:ext cx="5532120" cy="0"/>
          </a:xfrm>
          <a:prstGeom prst="line">
            <a:avLst/>
          </a:prstGeom>
          <a:noFill/>
          <a:ln w="12700">
            <a:solidFill>
              <a:srgbClr val="1B3A66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6217920" y="51206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strictly after all writers finish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217920" y="5440680"/>
            <a:ext cx="5532120" cy="45720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1" name="Shape 28"/>
          <p:cNvSpPr/>
          <p:nvPr/>
        </p:nvSpPr>
        <p:spPr>
          <a:xfrm>
            <a:off x="6217920" y="5440680"/>
            <a:ext cx="109728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0" y="5440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edm-test-coverage-auditor — gaps + AC cross-ref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424160" y="5440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217920" y="5989320"/>
            <a:ext cx="55321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6309360" y="5989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--fill-gaps now closes P0, P1 &amp; P2 findings — no gaps left behind.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lives in your repo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SRD/{PREFIX}/ — committed to git, reviewed in PRs, in-flight state visible to teammates.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6766560" cy="4480560"/>
          </a:xfrm>
          <a:prstGeom prst="rect">
            <a:avLst/>
          </a:prstGeom>
          <a:solidFill>
            <a:srgbClr val="081A2E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574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AUTH/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planning.md               ← Phase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srd.md                    ← Phase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audit-srd.md              ← Phase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tickets/                  ← Phase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README.md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audit.md              ← Phase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epics/01-*.md, 02-*.md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test-plan.md              ← /edm:test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test-coverage.md          ← /edm:test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code-audit/2026-05-01/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lens-L1.md … L11.md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REMEDIATION.md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.edm-state.json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source-control IS the system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246888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2468880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468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review the SRD in a PR before any code is written.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314553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145536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31455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 are inspectable in commit history.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0" y="3822192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3822192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822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approvals and phase timestamps are visible in git.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98080" y="449884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4498848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449884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 see the same in-flight state.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517550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5175504"/>
            <a:ext cx="73152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517550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the repo resumes the in-progress initiative.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0" y="5897880"/>
            <a:ext cx="42062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635240" y="58978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drift detection: SHA-256 hashes catch out-of-band edits.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Slash commands at a glance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commands carry disable-model-invocation: true — you invoke them.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Command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Phase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Purpose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/edm:orchestrator &lt;description&gt;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methodology end-to-end with all HITL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/edm:plan &lt;PREFIX&gt; &lt;description&gt;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&amp; Discovery — scope, inventory, go/no-go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/edm:srd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SRD Creation — testable {PREFIX}-NN requirements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/edm:audit-srd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SRD Audit — 7 categories, remediates P0/P1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/edm:tickets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Pack — {PREFIX}-T{NN}, 6–12 testable AC 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/edm:audit-tickets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Audit — 8 dimensions, version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/edm:implement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implementation waves + automatic QC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/edm:code-audit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11-lens audit + synthesizer remediation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/edm:test &lt;PREFIX&gt;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 testing across 10 specialist 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/edm:metrics &lt;PREFIX | --all | --calibrate&gt;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Durations, Claude vs human cost,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/edm:push-jira &lt;PREFIX&gt; [PROJECT_KEY]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ticket pack to Jira via Atlassian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EDM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has overhead. Use it where the cost of rework would be much higher.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6235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5623560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EDM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feature touching 10+ files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six phases — the cost of an SRD pays for itself many times over.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refactor or migration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cost is high; an audited plan prevents missed call-sites.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service or module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and ticket sequencing benefit from explicit gates.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1920240"/>
            <a:ext cx="56235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920240"/>
            <a:ext cx="5623560" cy="5486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EDM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fix (1–3 files)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063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fix it — EDM overhead exceeds the work.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3931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/ dependency update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3434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changes don't need ticketing.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212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prototype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56235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phases 1–2 only; skip implementation rigor.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start in 60 seconds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you'll run most.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822960" cy="11887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08760" y="190195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08760" y="2286000"/>
            <a:ext cx="10058400" cy="365760"/>
          </a:xfrm>
          <a:prstGeom prst="rect">
            <a:avLst/>
          </a:prstGeom>
          <a:solidFill>
            <a:srgbClr val="08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228600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/Users/darryl.porter/projects/scripps-mcp/edm-plugin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688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userConfig defaults unless your team has different paths.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822960" cy="11887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32278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an end-to-end initiative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508760" y="3611880"/>
            <a:ext cx="10058400" cy="365760"/>
          </a:xfrm>
          <a:prstGeom prst="rect">
            <a:avLst/>
          </a:prstGeom>
          <a:solidFill>
            <a:srgbClr val="08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361188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/edm:orchestrator Add SAML SSO to the admin portal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40142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 for a prefix (e.g., AUTH), then walks all 6 phases stopping at every gate.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7D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80560"/>
            <a:ext cx="822960" cy="118872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08760" y="455371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step through phases manually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08760" y="4937760"/>
            <a:ext cx="10058400" cy="365760"/>
          </a:xfrm>
          <a:prstGeom prst="rect">
            <a:avLst/>
          </a:prstGeom>
          <a:solidFill>
            <a:srgbClr val="08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493776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/edm:plan AUTH …  →  /edm:srd AUTH  →  /edm:audit-srd AUTH  →  /edm:tickets AUTH  →  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08760" y="53400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your first time — you'll see exactly what each phase produces.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/edm:test AUTH (coverage)  ·  /edm:code-audit AUTH (11 lenses)  ·  /edm:metrics AUTH (cost &amp; duration)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"/>
            <a:ext cx="121615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EDM Plugin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9360" y="365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Development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tracking, built 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/edm:metrics &lt;PREFIX&gt;  →  Claude API cost vs. human-hour baseline.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Input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Output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 read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Cache write 1h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$0.50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$10.00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$3.00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$6.00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$1.00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$5.00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$0.10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$2.00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million tokens, USD — verified May 2026 against docs.anthropic.com/en/docs/about-claude/pricing.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5486400" cy="201168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back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phase: duration · tokens · model · Claude $$$ · human-baseline $$$ · savings ratio.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4206240"/>
            <a:ext cx="5486400" cy="20116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47091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/edm:metrics --calibrate aggregates median time + cost per (size, phase) across all initiatives, suggests updated Phase Timing Guidelines from your team's actual data.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Plugin v1.3.0  •  Scripps MCP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Plan. Audit. Build with confidence.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ships complex software with high confidence by front-loading scope and audits, then turning Claude loose with parallel waves and automatic QC.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3657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4672584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5720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source — edm-plugin/ inside scripps-mcp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965192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864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— EDM_Plugin_User_Guide.docx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257800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1572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— edm-plugin/README.md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550408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4498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guide — edm-plugin/CLAUDE.md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843016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74243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plugin docs — code.claude.com/docs/en/plugins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6263640"/>
            <a:ext cx="3657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→  darryl.porter@scripps.com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EDM Plugin — Enterprise Development Methodology</dc:title>
  <dc:subject>PptxGenJS Presentation</dc:subject>
  <dc:creator>Scripps MCP</dc:creator>
  <cp:lastModifiedBy>Scripps MCP</cp:lastModifiedBy>
  <cp:revision>1</cp:revision>
  <dcterms:created xsi:type="dcterms:W3CDTF">2026-05-01T17:35:30Z</dcterms:created>
  <dcterms:modified xsi:type="dcterms:W3CDTF">2026-05-01T17:35:30Z</dcterms:modified>
</cp:coreProperties>
</file>